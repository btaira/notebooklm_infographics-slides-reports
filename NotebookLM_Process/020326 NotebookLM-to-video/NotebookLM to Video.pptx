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F9CD3A-73FE-AF2A-9232-6B3F7936A59B}" v="5" dt="2026-02-02T23:29:26.2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F78295-3F2D-00E7-62CF-46883C8A75F6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15700" y="6672580"/>
            <a:ext cx="83343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make this an engineering level slide">
            <a:extLst>
              <a:ext uri="{FF2B5EF4-FFF2-40B4-BE49-F238E27FC236}">
                <a16:creationId xmlns:a16="http://schemas.microsoft.com/office/drawing/2014/main" id="{93820CD3-255E-981E-FBFC-4AFFFE74D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32" y="95251"/>
            <a:ext cx="11712335" cy="6667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8f49a32-fde3-48a5-9266-b5b0972a22dc}" enabled="1" method="Standard" siteId="{5ae1af62-9505-4097-a69a-c1553ef7840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created xsi:type="dcterms:W3CDTF">2026-02-02T23:28:21Z</dcterms:created>
  <dcterms:modified xsi:type="dcterms:W3CDTF">2026-02-02T23:55:14Z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Cisco Confidential</vt:lpwstr>
  </property>
</Properties>
</file>